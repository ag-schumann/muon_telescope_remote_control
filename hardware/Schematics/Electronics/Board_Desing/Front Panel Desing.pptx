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"/>
  </p:notesMasterIdLst>
  <p:sldIdLst>
    <p:sldId id="256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 /><Relationship Id="rId8" Type="http://schemas.openxmlformats.org/officeDocument/2006/relationships/tableStyles" Target="tableStyles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728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020295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31068888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1843528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312003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98308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07568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4934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7722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A09FCE-1FCC-DF79-08FB-2DDF993B73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91358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835997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7894091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124415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3847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0111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2766032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992811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623561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494019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8057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586028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15945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09357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5661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0655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851841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98235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48361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617316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011974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30765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85688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3293254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16502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930699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0976838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6150444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99026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80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9076658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4056091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906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27790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87717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842135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3487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808985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15048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610404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972077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6594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60485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465459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054562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8162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832485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70989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1399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191603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36268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75980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87170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451870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1616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4351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37711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70340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05556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753942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34408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021878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6645574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157010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tr-TR" sz="3600"/>
              <a:t>Muon Telescope Control Board NIM Front Panel Desing</a:t>
            </a:r>
            <a:endParaRPr lang="en-US" sz="3600"/>
          </a:p>
        </p:txBody>
      </p:sp>
      <p:sp>
        <p:nvSpPr>
          <p:cNvPr id="206230373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385613" name="Rectangle 2130385613"/>
          <p:cNvSpPr/>
          <p:nvPr/>
        </p:nvSpPr>
        <p:spPr bwMode="auto">
          <a:xfrm rot="0" flipH="0" flipV="0">
            <a:off x="4443344" y="-134397"/>
            <a:ext cx="2468880" cy="800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</Slides>
  <Notes>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Theme 1</vt:lpstr>
      <vt:lpstr>Slide 1</vt:lpstr>
      <vt:lpstr>Slide 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2026-08-04T22:07:36Z</dcterms:modified>
</cp:coreProperties>
</file>